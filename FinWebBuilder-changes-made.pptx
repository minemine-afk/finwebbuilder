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1C1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81C1E"/>
                </a:solidFill>
                <a:latin typeface="+mn-lt"/>
              </a:rPr>
              <a:t>Options in each first build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Options or lines</c:v>
                </c:pt>
              </c:strCache>
            </c:strRef>
          </c:tx>
          <c:spPr>
            <a:solidFill>
              <a:srgbClr val="0067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1C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E-bike</c:v>
                  </c:pt>
                  <c:pt idx="1">
                    <c:v>JB transport</c:v>
                  </c:pt>
                  <c:pt idx="2">
                    <c:v>Wedding venue</c:v>
                  </c:pt>
                  <c:pt idx="3">
                    <c:v>Baby cost</c:v>
                  </c:pt>
                  <c:pt idx="4">
                    <c:v>Pokémon cards</c:v>
                  </c:pt>
                  <c:pt idx="5">
                    <c:v>HDB renovation</c:v>
                  </c:pt>
                  <c:pt idx="6">
                    <c:v>Property value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16</c:v>
                </c:pt>
                <c:pt idx="4">
                  <c:v>90</c:v>
                </c:pt>
                <c:pt idx="5">
                  <c:v>59</c:v>
                </c:pt>
                <c:pt idx="6">
                  <c:v>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81C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1C1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81C1E"/>
                </a:solidFill>
                <a:latin typeface="+mn-lt"/>
              </a:rPr>
              <a:t>Estimated at published token and search prices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S$ per first build</c:v>
                </c:pt>
              </c:strCache>
            </c:strRef>
          </c:tx>
          <c:spPr>
            <a:solidFill>
              <a:srgbClr val="006781"/>
            </a:solidFill>
            <a:effectLst/>
          </c:spPr>
          <c:invertIfNegative val="0"/>
          <c:dLbls>
            <c:numFmt formatCode="&quot;S$&quot;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1C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E-bike</c:v>
                  </c:pt>
                  <c:pt idx="1">
                    <c:v>JB transport</c:v>
                  </c:pt>
                  <c:pt idx="2">
                    <c:v>Wedding venue</c:v>
                  </c:pt>
                  <c:pt idx="3">
                    <c:v>Baby cost</c:v>
                  </c:pt>
                  <c:pt idx="4">
                    <c:v>100 Pokémon cards</c:v>
                  </c:pt>
                  <c:pt idx="5">
                    <c:v>Property value</c:v>
                  </c:pt>
                  <c:pt idx="6">
                    <c:v>HDB renovation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1.81</c:v>
                </c:pt>
                <c:pt idx="1">
                  <c:v>1.36</c:v>
                </c:pt>
                <c:pt idx="2">
                  <c:v>2.52</c:v>
                </c:pt>
                <c:pt idx="3">
                  <c:v>3.02</c:v>
                </c:pt>
                <c:pt idx="4">
                  <c:v>3.43</c:v>
                </c:pt>
                <c:pt idx="5">
                  <c:v>7.19</c:v>
                </c:pt>
                <c:pt idx="6">
                  <c:v>12.8</c:v>
                </c:pt>
              </c:numCache>
            </c:numRef>
          </c:val>
        </c:ser>
        <c:dLbls>
          <c:numFmt formatCode="&quot;S$&quot;0.00" sourceLinked="0"/>
          <c:txPr>
            <a:bodyPr/>
            <a:lstStyle/>
            <a:p>
              <a:pPr>
                <a:defRPr b="0" i="0" strike="noStrike" sz="1200" u="none">
                  <a:solidFill>
                    <a:srgbClr val="181C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S$</c:v>
                </c:pt>
              </c:strCache>
            </c:strRef>
          </c:tx>
          <c:spPr>
            <a:solidFill>
              <a:srgbClr val="006781"/>
            </a:solidFill>
            <a:effectLst/>
          </c:spPr>
          <c:invertIfNegative val="0"/>
          <c:dLbls>
            <c:numFmt formatCode="&quot;S$&quot;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1C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Claude Code, subscription (extra cash)</c:v>
                  </c:pt>
                  <c:pt idx="1">
                    <c:v>Claude Code billed to an API key</c:v>
                  </c:pt>
                  <c:pt idx="2">
                    <c:v>Direct API agent, Sonnet reads pages (estimate)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12.8</c:v>
                </c:pt>
                <c:pt idx="2">
                  <c:v>23.55</c:v>
                </c:pt>
              </c:numCache>
            </c:numRef>
          </c:val>
        </c:ser>
        <c:dLbls>
          <c:numFmt formatCode="&quot;S$&quot;0.00" sourceLinked="0"/>
          <c:txPr>
            <a:bodyPr/>
            <a:lstStyle/>
            <a:p>
              <a:pPr>
                <a:defRPr b="0" i="0" strike="noStrike" sz="1200" u="none">
                  <a:solidFill>
                    <a:srgbClr val="181C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work from 26 to 28 October 2026. Figures come from the build logs stored with each calculator and the price constants in lib/pricing.ts. Where a number is an estimate rather than measured, the slide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identical topic was built twice. The earlier builds used Sonnet price-researcher sub-agents. Opus became the default research model on 28 Oct. The lead agent was already Opus on every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estimator in lib/plan.ts uses base S$0.60 + S$0.40 per new item on Opus + S$0.08 per cached item, with a low to high range of 0.7x to 1.5x the midpoint. For 59 items that gives S$16.9 to S$36.3 against the measured S$12.80. Build time for the large builds was not logged; the earlier small builds took 4 to 6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 for the direct API agent: same tokens as the Claude Code run, Haiku page reading replaced by Sonnet at $2 input and $10 output per million, searches unchanged at $10 per 1,000, Opus lead unchanged with caching. Actual API-agent token counts would differ. The plan fees are placeholders; replace with the real plan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FINWEBBUILDER · CALCULATOR BUILDER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made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Sonnet-era builds against Opus-level research builds, the new additions and what they save, and the cost of the HDB renovation build on Claude Code against the API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· 29 Oct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builds, per-option cost not higher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548640" y="14630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in the property projection; builds on Mon–Tue had 5 to 90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3383280" y="14630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provider price points in the renovation calculator (20 from archived pages)</a:t>
            </a:r>
            <a:endParaRPr lang="en-US" sz="1300" dirty="0"/>
          </a:p>
        </p:txBody>
      </p:sp>
      <p:sp>
        <p:nvSpPr>
          <p:cNvPr id="9" name="stat card"/>
          <p:cNvSpPr/>
          <p:nvPr/>
        </p:nvSpPr>
        <p:spPr>
          <a:xfrm>
            <a:off x="6217920" y="14630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S$12.80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build so far, the HDB renovation calculator (59 lines, 12 providers)</a:t>
            </a:r>
            <a:endParaRPr lang="en-US" sz="1300" dirty="0"/>
          </a:p>
        </p:txBody>
      </p:sp>
      <p:sp>
        <p:nvSpPr>
          <p:cNvPr id="12" name="stat card"/>
          <p:cNvSpPr/>
          <p:nvPr/>
        </p:nvSpPr>
        <p:spPr>
          <a:xfrm>
            <a:off x="9052560" y="146304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S$0.04–0.22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API-priced cost per option on the new builds, vs S$0.04–0.42 before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Opus-level research gave official data (HDB resale transactions, URA indices) and real dated price histories instead of single current prices.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additions: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page templates, a price cache, scope preview, playbooks, a quality check and cheap Sonnet edits cut repeated work and surprise cost.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HDB build costs S$0.00 extra on the subscription and S$12.80 if billed to an API key (Claude Code reported S$12.51).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calculator build logs; costs at lib/pricing.ts rates (SGD 1 = USD 0.78289).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Sonnet-researched vs Opus-researched builds</a:t>
            </a:r>
            <a:endParaRPr lang="en-US" sz="3200" dirty="0"/>
          </a:p>
        </p:txBody>
      </p:sp>
      <p:graphicFrame>
        <p:nvGraphicFramePr>
          <p:cNvPr id="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Sonnet-era builds (26–27 Oct)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Opus-level builds (28 Oct)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JB transport, e-bike, wedding venue, baby cost, Pokémon cards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 renovation cost, property value projection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per calculator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to 16 (and 90 in the Pokémon-card build)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lines and 169 projected 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Providers with own price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renovation providers, 43 dated 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Archive-backed price 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(Internet Archive snapshots of provider pages)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official retailer or venue pages; no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 resale transactions (data.gov.sg), URA indices (SingStat)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Today’s price, verified on build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to 2026 yearly; property back to 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researches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sub-agents, Haiku reads pages, Opus writes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researches and writes; Haiku reads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not a controlled test. Topics differ, and the Opus lead wrote all builds; what changed on 28 Oct is who does the research, and the extra tools.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grew by an order of magnitude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ading card"/>
          <p:cNvSpPr/>
          <p:nvPr/>
        </p:nvSpPr>
        <p:spPr>
          <a:xfrm>
            <a:off x="7680960" y="1463040"/>
            <a:ext cx="3931920" cy="4389120"/>
          </a:xfrm>
          <a:prstGeom prst="roundRect">
            <a:avLst>
              <a:gd name="adj" fmla="val 1860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1488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five bars ran on Sonnet-researched sub-agents; the last two on the Opus research path.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value alone has 676 dated past prices, mostly from official data.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count is not automatically better; the quality check also tests sources and rationale.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Counts: items or lines arrays in each calculator’s JSON.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rounds of improvements</a:t>
            </a:r>
            <a:endParaRPr lang="en-US" sz="3200" dirty="0"/>
          </a:p>
        </p:txBody>
      </p:sp>
      <p:sp>
        <p:nvSpPr>
          <p:cNvPr id="3" name="round card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round badge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transparency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Code’s reported cost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log keeps the cost Claude Code reports per model; every page shows it under our API estimate.</a:t>
            </a:r>
            <a:endParaRPr lang="en-US" sz="1400" dirty="0"/>
          </a:p>
        </p:txBody>
      </p:sp>
      <p:sp>
        <p:nvSpPr>
          <p:cNvPr id="9" name="round card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0" name="round badge"/>
          <p:cNvSpPr/>
          <p:nvPr/>
        </p:nvSpPr>
        <p:spPr>
          <a:xfrm>
            <a:off x="4572000" y="1737360"/>
            <a:ext cx="822960" cy="822960"/>
          </a:xfrm>
          <a:prstGeom prst="ellipse">
            <a:avLst/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depth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 search, Opus research, data tools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49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archive-prices tool, Opus as default research model, providers and filters, official data commands, two new calculators.</a:t>
            </a:r>
            <a:endParaRPr lang="en-US" sz="1400" dirty="0"/>
          </a:p>
        </p:txBody>
      </p:sp>
      <p:sp>
        <p:nvSpPr>
          <p:cNvPr id="15" name="round card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6" name="round badge"/>
          <p:cNvSpPr/>
          <p:nvPr/>
        </p:nvSpPr>
        <p:spPr>
          <a:xfrm>
            <a:off x="8321040" y="1737360"/>
            <a:ext cx="822960" cy="822960"/>
          </a:xfrm>
          <a:prstGeom prst="ellipse">
            <a:avLst/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Scope-first upgrades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749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changes so short topics still build well: scoping, kind pick, cost preview, playbooks, quality check, chat refine, price cache. Now live on main.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is live on main, but its first full runs on GitHub have not been reviewed here, so its gains are design intent.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change makes a better build</a:t>
            </a:r>
            <a:endParaRPr lang="en-US" sz="3200" dirty="0"/>
          </a:p>
        </p:txBody>
      </p:sp>
      <p:graphicFrame>
        <p:nvGraphicFramePr>
          <p:cNvPr id="7" name="improve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build improves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cost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reported cost beside our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can be checked: S$12.51 reported vs S$12.80 estimated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price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dated snapshots of provider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price histories instead of one current 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research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replaces Sonnet sub-agents for 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sources and conflicts resolved; costlier per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Scope-first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asks up to 2 questions or proposes a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topics get the intended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kind and cost preview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compare, estimate or projection; shows a cost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template first time; no surprise bill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Checklists and official sources by 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missed items and weaker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Counts, sources, dates, rationale, maths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builds are fixed, not published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refine, price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edits; reuse prices under 180 days 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Cheaper follow-ups and similar topics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Scope-first, playbook and quality-check benefits are design intent until measured on real runs.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additions that cut time and cost</a:t>
            </a:r>
            <a:endParaRPr lang="en-US" sz="3200" dirty="0"/>
          </a:p>
        </p:txBody>
      </p:sp>
      <p:graphicFrame>
        <p:nvGraphicFramePr>
          <p:cNvPr id="8" name="addi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saves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page templates (compare, estimate, projection)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layout and maths live in shared templates and engines. The agent writes only a data file (about 187k Opus output tokens, S$4.77, for the 59-line HDB build) and no page code.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tokens; time saved not logged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data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 resale and URA index figures come from data commands, not page reading: S$0.04 per property item against S$0.22 per renovation line.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cache (237 entries)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verified in the last 180 days are reused. The cost preview prices a reused item at S$0.08 against S$0.40 new. Research is 22% of the HDB build (S$2.76).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figures, not yet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preview and cost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Untick items before the run; each line is about S$0.22. Vague builds like the Pokémon one cost S$8.9 in refinements after a S$3.43 first build.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Refinement cost 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refine on Sonnet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follow-up edit costs S$0.09 to S$0.20 against S$1.36 for the first build.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(JB build)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Playbooks and quality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missing items and fewer rebuilds; a failing build is not published.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preview midpoint for 59 lines on Opus is S$24 against S$12.80 measured, so it errs high; it needs recalibrating.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first build cost at API prices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st card"/>
          <p:cNvSpPr/>
          <p:nvPr/>
        </p:nvSpPr>
        <p:spPr>
          <a:xfrm>
            <a:off x="7772400" y="1463040"/>
            <a:ext cx="3840480" cy="4389120"/>
          </a:xfrm>
          <a:prstGeom prst="roundRect">
            <a:avLst>
              <a:gd name="adj" fmla="val 1905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option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1488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era: S$0.04 (Pokémon cards, 90 items) to S$0.42 (wedding)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 renovation: S$0.22 per 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value: S$0.04 per item, as official data costs few tokens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edits: S$0.09 to S$0.20 (JB), vs S$1.36 first build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token counts from each build log; SGD price is our estimate. The Pokémon build had 4 later refinements (S$8.9 more).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HDB renovation build: line-by-line cost</a:t>
            </a:r>
            <a:endParaRPr lang="en-US" sz="3200" dirty="0"/>
          </a:p>
        </p:txBody>
      </p:sp>
      <p:graphicFrame>
        <p:nvGraphicFramePr>
          <p:cNvPr id="10" name="line ite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1645920"/>
                <a:gridCol w="109728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reads pages: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3,264,933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 /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reads pages: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233,360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 /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searches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 searches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 / 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Opus: new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/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Opus: cache 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3,551,008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 /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Opus: cache writes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540,300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 /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Opus: output (the data file and checks)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186,650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/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Total, our estimate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Code’s own reported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$2.16 + Opus $7.63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 are measured (28 Oct build log). Rates: lib/pricing.ts. Ours runs 2.2% above Claude Code’s figure, all in the Opus part.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against API only, same build</a:t>
            </a:r>
            <a:endParaRPr lang="en-US" sz="3200" dirty="0"/>
          </a:p>
        </p:txBody>
      </p:sp>
      <p:sp>
        <p:nvSpPr>
          <p:cNvPr id="3" name="scenario a"/>
          <p:cNvSpPr/>
          <p:nvPr/>
        </p:nvSpPr>
        <p:spPr>
          <a:xfrm>
            <a:off x="548640" y="137160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HDB build costs, S$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96596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50292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bar swaps Haiku page reading for Sonnet at the same token counts ($2 / $10 per million): S$23.55. It is an estimate, not a run, and sits close to the agent’s default S$25 spending cap.</a:t>
            </a:r>
            <a:endParaRPr lang="en-US" sz="1200" dirty="0"/>
          </a:p>
        </p:txBody>
      </p:sp>
      <p:sp>
        <p:nvSpPr>
          <p:cNvPr id="7" name="scenario b"/>
          <p:cNvSpPr/>
          <p:nvPr/>
        </p:nvSpPr>
        <p:spPr>
          <a:xfrm>
            <a:off x="6675120" y="13716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figures mean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10312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S$0.00 extra. The run uses plan allowance worth S$12.51 at API rates, as Claude Code reports.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key, same run: S$12.51 to S$12.80, billed per build.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agent: it builds comparisons only today, so it cannot make this estimate calculator yet.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fee only pays off if you build enough: plan fee ÷ S$12.80 large builds a month. S$130 ≈ 10; S$260 ≈ 20 (example fees, not yours).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S$12.51 reported, S$12.80 estimated. Estimated: the direct API figure and the plan examples.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against Claude Code subscription</a:t>
            </a:r>
            <a:endParaRPr lang="en-US" sz="3200" dirty="0"/>
          </a:p>
        </p:txBody>
      </p:sp>
      <p:graphicFrame>
        <p:nvGraphicFramePr>
          <p:cNvPr id="12" name="api vs subscrip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389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per use (API key)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subscription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S$1.4 to S$12.8 at API prices, billed every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 a month for the plan, however many builds you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shown on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estimate from tokens and searches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Estimate, plus the figure Claude Code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of the estimate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S$12.80 estimated vs S$12.51 reported (HDB); S$7.19 vs S$6.95 (property)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two checks: our estimate ran 2% to 3%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grows with every build; budget cap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more builds you run, the more of the plan allowance they use (large builds use more); plan limits reset weekly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Scoping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direct Haiku call if ANTHROPIC_API_KEY is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through a Plan workflow using the OAuth 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figures exist only for the two 28 Oct builds. Earlier builds have estimates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implementation plans</a:t>
            </a:r>
            <a:endParaRPr lang="en-US" sz="3200" dirty="0"/>
          </a:p>
        </p:txBody>
      </p:sp>
      <p:sp>
        <p:nvSpPr>
          <p:cNvPr id="3" name="plan row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plan tag"/>
          <p:cNvSpPr/>
          <p:nvPr/>
        </p:nvSpPr>
        <p:spPr>
          <a:xfrm>
            <a:off x="731520" y="1554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46304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vague-topic build end to end and check the scope step, the cost range and the quality check on GitHub. Recalibrate the cost preview, which over-estimates large builds.</a:t>
            </a:r>
            <a:endParaRPr lang="en-US" sz="1400" dirty="0"/>
          </a:p>
        </p:txBody>
      </p:sp>
      <p:sp>
        <p:nvSpPr>
          <p:cNvPr id="7" name="plan row"/>
          <p:cNvSpPr/>
          <p:nvPr/>
        </p:nvSpPr>
        <p:spPr>
          <a:xfrm>
            <a:off x="548640" y="230428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plan tag"/>
          <p:cNvSpPr/>
          <p:nvPr/>
        </p:nvSpPr>
        <p:spPr>
          <a:xfrm>
            <a:off x="731520" y="248716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39572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API-key agent the estimate and projection kinds, so an API-only setup can build every calculator.</a:t>
            </a:r>
            <a:endParaRPr lang="en-US" sz="1400" dirty="0"/>
          </a:p>
        </p:txBody>
      </p:sp>
      <p:sp>
        <p:nvSpPr>
          <p:cNvPr id="11" name="plan row"/>
          <p:cNvSpPr/>
          <p:nvPr/>
        </p:nvSpPr>
        <p:spPr>
          <a:xfrm>
            <a:off x="548640" y="323697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2" name="plan tag"/>
          <p:cNvSpPr/>
          <p:nvPr/>
        </p:nvSpPr>
        <p:spPr>
          <a:xfrm>
            <a:off x="731520" y="341985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198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328416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the price cache on a schedule, so popular topics start with fresh prices and cost less.</a:t>
            </a:r>
            <a:endParaRPr lang="en-US" sz="1400" dirty="0"/>
          </a:p>
        </p:txBody>
      </p:sp>
      <p:sp>
        <p:nvSpPr>
          <p:cNvPr id="15" name="plan row"/>
          <p:cNvSpPr/>
          <p:nvPr/>
        </p:nvSpPr>
        <p:spPr>
          <a:xfrm>
            <a:off x="548640" y="416966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plan tag"/>
          <p:cNvSpPr/>
          <p:nvPr/>
        </p:nvSpPr>
        <p:spPr>
          <a:xfrm>
            <a:off x="731520" y="435254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525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261104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kinds, starting with a loan-payment add-on. Health scores, tax and converters stay out of scope.</a:t>
            </a:r>
            <a:endParaRPr lang="en-US" sz="1400" dirty="0"/>
          </a:p>
        </p:txBody>
      </p:sp>
      <p:sp>
        <p:nvSpPr>
          <p:cNvPr id="19" name="plan row"/>
          <p:cNvSpPr/>
          <p:nvPr/>
        </p:nvSpPr>
        <p:spPr>
          <a:xfrm>
            <a:off x="548640" y="510235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20" name="plan tag"/>
          <p:cNvSpPr/>
          <p:nvPr/>
        </p:nvSpPr>
        <p:spPr>
          <a:xfrm>
            <a:off x="731520" y="5285232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decide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519379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domain, Vercel Pro for commercial use, a monthly budget cap, and whether refinements need a review step.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Proposals, not scheduled work; the last row lists open decisions from earlier in the project.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research is worth its cost, and the new additions keep it in check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Opus-level research turned one-price comparisons into dated, sourced, history-based calculators, with per-option cost inside the earlier S$0.04 to S$0.42 range.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HDB build costs S$0.00 extra on the subscription and S$12.80 on an API key; a direct API agent would likely cost nearer S$23.55.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official data, the price cache and Sonnet edits cut repeated work. The scope-first upgrades are live but unmeasured; the next step is a vague-topic run to prove them.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and sources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(lib/pricing.ts, checked 27 Oct): Opus 5.5 $4 / $20, Sonnet 5.5 $2 / $10, Haiku 5.5 $0.10 / $0.50 per million tokens; cache reads 10%, cache writes 125%; web search $10 per 1,000.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SGD 1 = USD 0.78289 (ECB, 29 Sep 2026).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token counts and searches in each build log; Claude Code’s reported cost for the two 28 Oct builds.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every S$ figure other than reported ones, the direct API agent, the cache savings and the plan examples.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limits: different topics, one build each, and the Opus lead wrote every build. Build time for large builds was not logged.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Scope-first upgrades are live on main; their gains are design intent until measured.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exis builder">
  <a:themeElements>
    <a:clrScheme name="Finexis builder">
      <a:dk1>
        <a:srgbClr val="181C1E"/>
      </a:dk1>
      <a:lt1>
        <a:srgbClr val="FFFFFF"/>
      </a:lt1>
      <a:dk2>
        <a:srgbClr val="001F29"/>
      </a:dk2>
      <a:lt2>
        <a:srgbClr val="EEF1F3"/>
      </a:lt2>
      <a:accent1>
        <a:srgbClr val="006781"/>
      </a:accent1>
      <a:accent2>
        <a:srgbClr val="B9EAFF"/>
      </a:accent2>
      <a:accent3>
        <a:srgbClr val="2F6377"/>
      </a:accent3>
      <a:accent4>
        <a:srgbClr val="C2410C"/>
      </a:accent4>
      <a:accent5>
        <a:srgbClr val="3F484D"/>
      </a:accent5>
      <a:accent6>
        <a:srgbClr val="D5DADD"/>
      </a:accent6>
      <a:hlink>
        <a:srgbClr val="006781"/>
      </a:hlink>
      <a:folHlink>
        <a:srgbClr val="2F6377"/>
      </a:folHlink>
    </a:clrScheme>
    <a:fontScheme name="Finexis build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FinWebBuilder: changes since Monday</dc:title>
  <dc:subject>PptxGenJS Presentation</dc:subject>
  <dc:creator>Claude for Kumar</dc:creator>
  <cp:lastModifiedBy>Claude for Kumar</cp:lastModifiedBy>
  <cp:revision>1</cp:revision>
  <dcterms:created xsi:type="dcterms:W3CDTF">2026-10-29T05:03:15Z</dcterms:created>
  <dcterms:modified xsi:type="dcterms:W3CDTF">2026-10-29T05:03:15Z</dcterms:modified>
</cp:coreProperties>
</file>